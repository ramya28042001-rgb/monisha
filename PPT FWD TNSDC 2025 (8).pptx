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type="screen16x9" cy="6858000" cx="12192000"/>
  <p:notesSz cx="12192000" cy="6858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695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1048696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IN"/>
          </a:p>
        </p:txBody>
      </p:sp>
      <p:sp>
        <p:nvSpPr>
          <p:cNvPr id="104869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9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69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0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32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92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93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94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595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81" name="Holder 3"/>
          <p:cNvSpPr>
            <a:spLocks noGrp="1"/>
          </p:cNvSpPr>
          <p:nvPr>
            <p:ph type="body" idx="1"/>
          </p:nvPr>
        </p:nvSpPr>
        <p:spPr/>
        <p:txBody>
          <a:bodyPr bIns="0" lIns="0" rIns="0" tIns="0"/>
          <a:p/>
        </p:txBody>
      </p:sp>
      <p:sp>
        <p:nvSpPr>
          <p:cNvPr id="1048682" name="Holder 4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83" name="Holder 5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84" name="Holder 6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86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87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688" name="Holder 5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89" name="Holder 6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90" name="Holder 7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Holder 2"/>
          <p:cNvSpPr>
            <a:spLocks noGrp="1"/>
          </p:cNvSpPr>
          <p:nvPr>
            <p:ph type="title"/>
          </p:nvPr>
        </p:nvSpPr>
        <p:spPr/>
        <p:txBody>
          <a:bodyPr bIns="0" lIns="0" rIns="0" tIns="0"/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607" name="Holder 3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08" name="Holder 4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09" name="Holder 5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Holder 2"/>
          <p:cNvSpPr>
            <a:spLocks noGrp="1"/>
          </p:cNvSpPr>
          <p:nvPr>
            <p:ph type="ftr" sz="quarter" idx="5"/>
          </p:nvPr>
        </p:nvSpPr>
        <p:spPr/>
        <p:txBody>
          <a:bodyPr bIns="0" lIns="0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692" name="Holder 3"/>
          <p:cNvSpPr>
            <a:spLocks noGrp="1"/>
          </p:cNvSpPr>
          <p:nvPr>
            <p:ph type="dt" sz="half" idx="6"/>
          </p:nvPr>
        </p:nvSpPr>
        <p:spPr/>
        <p:txBody>
          <a:bodyPr bIns="0" lIns="0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693" name="Holder 4"/>
          <p:cNvSpPr>
            <a:spLocks noGrp="1"/>
          </p:cNvSpPr>
          <p:nvPr>
            <p:ph type="sldNum" sz="quarter" idx="7"/>
          </p:nvPr>
        </p:nvSpPr>
        <p:spPr/>
        <p:txBody>
          <a:bodyPr bIns="0" lIns="0" rIns="0" tIns="0"/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ah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ah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bIns="0" lIns="0" rIns="0" rtlCol="0" tIns="0" wrap="square"/>
          <a:p/>
        </p:txBody>
      </p:sp>
      <p:sp>
        <p:nvSpPr>
          <p:cNvPr id="104857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ah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7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ah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ah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ah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ah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ah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ah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586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1" sz="480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1048587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/>
        </p:spPr>
        <p:txBody>
          <a:bodyPr bIns="0" lIns="0" rIns="0" tIns="0" wrap="square">
            <a:spAutoFit/>
          </a:bodyPr>
          <a:p/>
        </p:txBody>
      </p:sp>
      <p:sp>
        <p:nvSpPr>
          <p:cNvPr id="1048588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48589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/>
        </p:spPr>
        <p:txBody>
          <a:bodyPr bIns="0" lIns="0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8/18/2025</a:t>
            </a:fld>
            <a:endParaRPr lang="en-US"/>
          </a:p>
        </p:txBody>
      </p:sp>
      <p:sp>
        <p:nvSpPr>
          <p:cNvPr id="1048590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/>
        </p:spPr>
        <p:txBody>
          <a:bodyPr bIns="0" lIns="0" rIns="0" tIns="0" wrap="square">
            <a:spAutoFit/>
          </a:bodyPr>
          <a:lstStyle>
            <a:lvl1pPr>
              <a:defRPr b="0" sz="110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‹#›</a:t>
            </a:fld>
            <a:endParaRPr dirty="0" spc="10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1048596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ah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bIns="0" lIns="0" rIns="0" rtlCol="0" tIns="0" wrap="square"/>
            <a:p/>
          </p:txBody>
        </p:sp>
        <p:sp>
          <p:nvSpPr>
            <p:cNvPr id="1048597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ah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598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ah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bIns="0" lIns="0" rIns="0" rtlCol="0" tIns="0" wrap="square"/>
          <a:p/>
        </p:txBody>
      </p:sp>
      <p:sp>
        <p:nvSpPr>
          <p:cNvPr id="1048599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ah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00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01556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3213735">
              <a:spcBef>
                <a:spcPts val="130"/>
              </a:spcBef>
            </a:pPr>
            <a:r>
              <a:rPr b="1" dirty="0" i="0" lang="en-US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br>
              <a:rPr b="1" dirty="0" i="0" lang="en-US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dirty="0" spc="15"/>
          </a:p>
        </p:txBody>
      </p:sp>
      <p:pic>
        <p:nvPicPr>
          <p:cNvPr id="2097152" name="object 9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01" name="object 11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1</a:t>
            </a:fld>
            <a:endParaRPr dirty="0" spc="10"/>
          </a:p>
        </p:txBody>
      </p:sp>
      <p:sp>
        <p:nvSpPr>
          <p:cNvPr id="1048602" name="TextBox 13"/>
          <p:cNvSpPr txBox="1"/>
          <p:nvPr/>
        </p:nvSpPr>
        <p:spPr>
          <a:xfrm>
            <a:off x="2554542" y="3314150"/>
            <a:ext cx="8610600" cy="2225039"/>
          </a:xfrm>
          <a:prstGeom prst="rect"/>
          <a:noFill/>
        </p:spPr>
        <p:txBody>
          <a:bodyPr anchor="t" bIns="45720" lIns="91440" rIns="91440" rtlCol="0" tIns="45720" wrap="square">
            <a:spAutoFit/>
          </a:bodyPr>
          <a:p>
            <a:r>
              <a:rPr dirty="0" sz="2400" lang="en-US"/>
              <a:t>STUDENT NAME: </a:t>
            </a:r>
            <a:r>
              <a:rPr dirty="0" sz="2400" lang="en-US"/>
              <a:t>R</a:t>
            </a:r>
            <a:r>
              <a:rPr dirty="0" sz="2400" lang="en-US"/>
              <a:t>.</a:t>
            </a:r>
            <a:r>
              <a:rPr dirty="0" sz="2400" lang="en-US"/>
              <a:t> </a:t>
            </a:r>
            <a:r>
              <a:rPr dirty="0" sz="2400" lang="en-US"/>
              <a:t>M</a:t>
            </a:r>
            <a:r>
              <a:rPr dirty="0" sz="2400" lang="en-US"/>
              <a:t>o</a:t>
            </a:r>
            <a:r>
              <a:rPr dirty="0" sz="2400" lang="en-US"/>
              <a:t>nisha</a:t>
            </a:r>
            <a:endParaRPr altLang="en-US" lang="zh-CN"/>
          </a:p>
          <a:p>
            <a:r>
              <a:rPr dirty="0" sz="2400" lang="en-US"/>
              <a:t>REGISTER NO AND NMID: </a:t>
            </a:r>
            <a:r>
              <a:rPr dirty="0" sz="2400" lang="en-US"/>
              <a:t>a</a:t>
            </a:r>
            <a:r>
              <a:rPr dirty="0" sz="2400" lang="en-US"/>
              <a:t>s</a:t>
            </a:r>
            <a:r>
              <a:rPr dirty="0" sz="2400" lang="en-US"/>
              <a:t>t</a:t>
            </a:r>
            <a:r>
              <a:rPr dirty="0" sz="2400" lang="en-US"/>
              <a:t>v</a:t>
            </a:r>
            <a:r>
              <a:rPr dirty="0" sz="2400" lang="en-US"/>
              <a:t>u</a:t>
            </a:r>
            <a:r>
              <a:rPr dirty="0" sz="2400" lang="en-US"/>
              <a:t>2</a:t>
            </a:r>
            <a:r>
              <a:rPr dirty="0" sz="2400" lang="en-US"/>
              <a:t>4</a:t>
            </a:r>
            <a:r>
              <a:rPr dirty="0" sz="2400" lang="en-US"/>
              <a:t>7</a:t>
            </a:r>
            <a:r>
              <a:rPr dirty="0" sz="2400" lang="en-US"/>
              <a:t>2</a:t>
            </a:r>
            <a:r>
              <a:rPr dirty="0" sz="2400" lang="en-US"/>
              <a:t>4</a:t>
            </a:r>
            <a:r>
              <a:rPr dirty="0" sz="2400" lang="en-US"/>
              <a:t>7</a:t>
            </a:r>
            <a:r>
              <a:rPr dirty="0" sz="2400" lang="en-US"/>
              <a:t>2</a:t>
            </a:r>
            <a:r>
              <a:rPr dirty="0" sz="2400" lang="en-US"/>
              <a:t>4</a:t>
            </a:r>
            <a:r>
              <a:rPr dirty="0" sz="2400" lang="en-US"/>
              <a:t>U</a:t>
            </a:r>
            <a:r>
              <a:rPr dirty="0" sz="2400" lang="en-US"/>
              <a:t>1</a:t>
            </a:r>
            <a:r>
              <a:rPr dirty="0" sz="2400" lang="en-US"/>
              <a:t>8</a:t>
            </a:r>
            <a:r>
              <a:rPr dirty="0" sz="2400" lang="en-US"/>
              <a:t>0</a:t>
            </a:r>
            <a:r>
              <a:rPr dirty="0" sz="2400" lang="en-US"/>
              <a:t>2</a:t>
            </a:r>
            <a:r>
              <a:rPr dirty="0" sz="2400" lang="en-US"/>
              <a:t>0</a:t>
            </a:r>
            <a:endParaRPr dirty="0" sz="2400" lang="en-US">
              <a:cs typeface="Calibri"/>
            </a:endParaRPr>
          </a:p>
          <a:p>
            <a:r>
              <a:rPr dirty="0" sz="2400" lang="en-US"/>
              <a:t>DEPARTMENT: </a:t>
            </a:r>
            <a:r>
              <a:rPr dirty="0" sz="2400" lang="en-US"/>
              <a:t>c</a:t>
            </a:r>
            <a:r>
              <a:rPr dirty="0" sz="2400" lang="en-US"/>
              <a:t>o</a:t>
            </a:r>
            <a:r>
              <a:rPr dirty="0" sz="2400" lang="en-US"/>
              <a:t>m</a:t>
            </a:r>
            <a:r>
              <a:rPr dirty="0" sz="2400" lang="en-US"/>
              <a:t>p</a:t>
            </a:r>
            <a:r>
              <a:rPr dirty="0" sz="2400" lang="en-US"/>
              <a:t>u</a:t>
            </a:r>
            <a:r>
              <a:rPr dirty="0" sz="2400" lang="en-US"/>
              <a:t>t</a:t>
            </a:r>
            <a:r>
              <a:rPr dirty="0" sz="2400" lang="en-US"/>
              <a:t>e</a:t>
            </a:r>
            <a:r>
              <a:rPr dirty="0" sz="2400" lang="en-US"/>
              <a:t>r</a:t>
            </a:r>
            <a:r>
              <a:rPr dirty="0" sz="2400" lang="en-US"/>
              <a:t> </a:t>
            </a:r>
            <a:r>
              <a:rPr dirty="0" sz="2400" lang="en-US"/>
              <a:t>s</a:t>
            </a:r>
            <a:r>
              <a:rPr dirty="0" sz="2400" lang="en-US"/>
              <a:t>c</a:t>
            </a:r>
            <a:r>
              <a:rPr dirty="0" sz="2400" lang="en-US"/>
              <a:t>i</a:t>
            </a:r>
            <a:r>
              <a:rPr dirty="0" sz="2400" lang="en-US"/>
              <a:t>ence</a:t>
            </a:r>
            <a:endParaRPr altLang="en-US" lang="zh-CN"/>
          </a:p>
          <a:p>
            <a:r>
              <a:rPr dirty="0" sz="2400" lang="en-US"/>
              <a:t>COLLEGE: </a:t>
            </a:r>
            <a:r>
              <a:rPr dirty="0" sz="2400" lang="en-US"/>
              <a:t>c</a:t>
            </a:r>
            <a:r>
              <a:rPr dirty="0" sz="2400" lang="en-US"/>
              <a:t>h</a:t>
            </a:r>
            <a:r>
              <a:rPr dirty="0" sz="2400" lang="en-US"/>
              <a:t>e</a:t>
            </a:r>
            <a:r>
              <a:rPr dirty="0" sz="2400" lang="en-US"/>
              <a:t>z</a:t>
            </a:r>
            <a:r>
              <a:rPr dirty="0" sz="2400" lang="en-US"/>
              <a:t>h</a:t>
            </a:r>
            <a:r>
              <a:rPr dirty="0" sz="2400" lang="en-US"/>
              <a:t>i</a:t>
            </a:r>
            <a:r>
              <a:rPr dirty="0" sz="2400" lang="en-US"/>
              <a:t>an</a:t>
            </a:r>
            <a:r>
              <a:rPr dirty="0" sz="2400" lang="en-US"/>
              <a:t> </a:t>
            </a:r>
            <a:r>
              <a:rPr dirty="0" sz="2400" lang="en-US"/>
              <a:t>a</a:t>
            </a:r>
            <a:r>
              <a:rPr dirty="0" sz="2400" lang="en-US"/>
              <a:t>r</a:t>
            </a:r>
            <a:r>
              <a:rPr dirty="0" sz="2400" lang="en-US"/>
              <a:t>t</a:t>
            </a:r>
            <a:r>
              <a:rPr dirty="0" sz="2400" lang="en-US"/>
              <a:t>s</a:t>
            </a:r>
            <a:r>
              <a:rPr dirty="0" sz="2400" lang="en-US"/>
              <a:t> </a:t>
            </a:r>
            <a:r>
              <a:rPr dirty="0" sz="2400" lang="en-US"/>
              <a:t>and</a:t>
            </a:r>
            <a:r>
              <a:rPr dirty="0" sz="2400" lang="en-US"/>
              <a:t> </a:t>
            </a:r>
            <a:r>
              <a:rPr dirty="0" sz="2400" lang="en-US"/>
              <a:t>s</a:t>
            </a:r>
            <a:r>
              <a:rPr dirty="0" sz="2400" lang="en-US"/>
              <a:t>c</a:t>
            </a:r>
            <a:r>
              <a:rPr dirty="0" sz="2400" lang="en-US"/>
              <a:t>i</a:t>
            </a:r>
            <a:r>
              <a:rPr dirty="0" sz="2400" lang="en-US"/>
              <a:t>ence</a:t>
            </a:r>
            <a:r>
              <a:rPr dirty="0" sz="2400" lang="en-US"/>
              <a:t> </a:t>
            </a:r>
            <a:r>
              <a:rPr dirty="0" sz="2400" lang="en-US"/>
              <a:t>c</a:t>
            </a:r>
            <a:r>
              <a:rPr dirty="0" sz="2400" lang="en-US"/>
              <a:t>o</a:t>
            </a:r>
            <a:r>
              <a:rPr dirty="0" sz="2400" lang="en-US"/>
              <a:t>llege</a:t>
            </a:r>
            <a:r>
              <a:rPr dirty="0" sz="2400" lang="en-US"/>
              <a:t> </a:t>
            </a:r>
            <a:r>
              <a:rPr dirty="0" sz="2400" lang="en-US"/>
              <a:t>for</a:t>
            </a:r>
            <a:r>
              <a:rPr dirty="0" sz="2400" lang="en-US"/>
              <a:t> </a:t>
            </a:r>
            <a:r>
              <a:rPr dirty="0" sz="2400" lang="en-US"/>
              <a:t>wome</a:t>
            </a:r>
            <a:r>
              <a:rPr dirty="0" sz="2400" lang="en-US"/>
              <a:t>n</a:t>
            </a:r>
            <a:r>
              <a:rPr dirty="0" sz="2400" lang="en-US"/>
              <a:t>COLLEGE/ UNIVERSITY</a:t>
            </a:r>
            <a:r>
              <a:rPr dirty="0" sz="2400" lang="en-US"/>
              <a:t> </a:t>
            </a:r>
            <a:r>
              <a:rPr dirty="0" sz="2400" lang="en-US"/>
              <a:t>T</a:t>
            </a:r>
            <a:r>
              <a:rPr dirty="0" sz="2400" lang="en-US"/>
              <a:t>h</a:t>
            </a:r>
            <a:r>
              <a:rPr dirty="0" sz="2400" lang="en-US"/>
              <a:t>i</a:t>
            </a:r>
            <a:r>
              <a:rPr dirty="0" sz="2400" lang="en-US"/>
              <a:t>r</a:t>
            </a:r>
            <a:r>
              <a:rPr dirty="0" sz="2400" lang="en-US"/>
              <a:t>u</a:t>
            </a:r>
            <a:r>
              <a:rPr dirty="0" sz="2400" lang="en-US"/>
              <a:t>valluvar</a:t>
            </a:r>
            <a:r>
              <a:rPr dirty="0" sz="2400" lang="en-US"/>
              <a:t> </a:t>
            </a:r>
            <a:r>
              <a:rPr dirty="0" sz="2400" lang="en-US"/>
              <a:t>university</a:t>
            </a:r>
            <a:endParaRPr altLang="en-US" lang="zh-CN"/>
          </a:p>
          <a:p>
            <a:r>
              <a:rPr dirty="0" sz="2400" lang="en-US"/>
              <a:t>           </a:t>
            </a:r>
            <a:endParaRPr dirty="0" sz="2400"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11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2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13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4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5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6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7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8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19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20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21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22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23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24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1261109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spc="5"/>
              <a:t>PROJECT</a:t>
            </a:r>
            <a:r>
              <a:rPr dirty="0" sz="4250" spc="-85"/>
              <a:t> </a:t>
            </a:r>
            <a:r>
              <a:rPr dirty="0" sz="4250" spc="25"/>
              <a:t>TITLE</a:t>
            </a:r>
            <a:br>
              <a:rPr dirty="0" sz="4250" lang="en-US" spc="25"/>
            </a:br>
            <a:r>
              <a:rPr dirty="0" sz="4250" lang="en-US" spc="25"/>
              <a:t>W</a:t>
            </a:r>
            <a:r>
              <a:rPr dirty="0" sz="4250" lang="en-US" spc="25"/>
              <a:t>e</a:t>
            </a:r>
            <a:r>
              <a:rPr dirty="0" sz="4250" lang="en-US" spc="25"/>
              <a:t>b</a:t>
            </a:r>
            <a:r>
              <a:rPr dirty="0" sz="4250" lang="en-US" spc="25"/>
              <a:t> </a:t>
            </a:r>
            <a:r>
              <a:rPr dirty="0" sz="4250" lang="en-US" spc="25"/>
              <a:t>browser</a:t>
            </a:r>
            <a:endParaRPr sz="4250"/>
          </a:p>
        </p:txBody>
      </p:sp>
      <p:grpSp>
        <p:nvGrpSpPr>
          <p:cNvPr id="27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2097153" name="object 19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/>
          </p:spPr>
        </p:pic>
        <p:pic>
          <p:nvPicPr>
            <p:cNvPr id="2097154" name="object 20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</p:grpSp>
      <p:sp>
        <p:nvSpPr>
          <p:cNvPr id="1048625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2</a:t>
            </a:fld>
            <a:endParaRPr dirty="0" spc="1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ah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bIns="0" lIns="0" rIns="0" rtlCol="0" tIns="0" wrap="square"/>
          <a:p>
            <a:endParaRPr dirty="0"/>
          </a:p>
        </p:txBody>
      </p:sp>
      <p:grpSp>
        <p:nvGrpSpPr>
          <p:cNvPr id="29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1048627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ah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8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ah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bIns="0" lIns="0" rIns="0" rtlCol="0" tIns="0" wrap="square"/>
            <a:p/>
          </p:txBody>
        </p:sp>
        <p:sp>
          <p:nvSpPr>
            <p:cNvPr id="1048629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ah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0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ah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1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ah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2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ah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3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ah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4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ah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bIns="0" lIns="0" rIns="0" rtlCol="0" tIns="0" wrap="square"/>
            <a:p/>
          </p:txBody>
        </p:sp>
        <p:sp>
          <p:nvSpPr>
            <p:cNvPr id="1048635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ah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bIns="0" lIns="0" rIns="0" rtlCol="0" tIns="0" wrap="square"/>
            <a:p/>
          </p:txBody>
        </p:sp>
      </p:grpSp>
      <p:sp>
        <p:nvSpPr>
          <p:cNvPr id="1048636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ah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bIns="0" lIns="0" rIns="0" rtlCol="0" tIns="0" wrap="square"/>
          <a:p/>
        </p:txBody>
      </p:sp>
      <p:sp>
        <p:nvSpPr>
          <p:cNvPr id="1048637" name="object 14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38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ah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bIns="0" lIns="0" rIns="0" rtlCol="0" tIns="0" wrap="square"/>
          <a:p/>
        </p:txBody>
      </p:sp>
      <p:sp>
        <p:nvSpPr>
          <p:cNvPr id="1048639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ah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pic>
        <p:nvPicPr>
          <p:cNvPr id="2097155" name="object 17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/>
        </p:spPr>
      </p:pic>
      <p:grpSp>
        <p:nvGrpSpPr>
          <p:cNvPr id="30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2097156" name="object 19"/>
            <p:cNvPicPr>
              <a:picLocks/>
            </p:cNvPicPr>
            <p:nvPr/>
          </p:nvPicPr>
          <p:blipFill>
            <a:blip xmlns:r="http://schemas.openxmlformats.org/officeDocument/2006/relationships" r:embed="rId2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/>
          </p:spPr>
        </p:pic>
        <p:pic>
          <p:nvPicPr>
            <p:cNvPr id="2097157" name="object 20"/>
            <p:cNvPicPr>
              <a:picLocks/>
            </p:cNvPicPr>
            <p:nvPr/>
          </p:nvPicPr>
          <p:blipFill>
            <a:blip xmlns:r="http://schemas.openxmlformats.org/officeDocument/2006/relationships" r:embed="rId3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/>
          </p:spPr>
        </p:pic>
      </p:grpSp>
      <p:sp>
        <p:nvSpPr>
          <p:cNvPr id="1048640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14611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25"/>
              <a:t>A</a:t>
            </a:r>
            <a:r>
              <a:rPr dirty="0" spc="-5"/>
              <a:t>G</a:t>
            </a:r>
            <a:r>
              <a:rPr dirty="0" spc="-35"/>
              <a:t>E</a:t>
            </a:r>
            <a:r>
              <a:rPr dirty="0" spc="15"/>
              <a:t>N</a:t>
            </a:r>
            <a:r>
              <a:rPr dirty="0"/>
              <a:t>DA</a:t>
            </a:r>
          </a:p>
        </p:txBody>
      </p:sp>
      <p:sp>
        <p:nvSpPr>
          <p:cNvPr id="1048641" name="object 22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3</a:t>
            </a:fld>
            <a:endParaRPr dirty="0" spc="10"/>
          </a:p>
        </p:txBody>
      </p:sp>
      <p:sp>
        <p:nvSpPr>
          <p:cNvPr id="1048642" name="TextBox 22"/>
          <p:cNvSpPr txBox="1"/>
          <p:nvPr/>
        </p:nvSpPr>
        <p:spPr>
          <a:xfrm>
            <a:off x="2509807" y="1041533"/>
            <a:ext cx="5029200" cy="4701541"/>
          </a:xfrm>
          <a:prstGeom prst="rect"/>
          <a:noFill/>
        </p:spPr>
        <p:txBody>
          <a:bodyPr rtlCol="0" wrap="square">
            <a:spAutoFit/>
          </a:bodyPr>
          <a:p>
            <a:pPr algn="l"/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b="0" dirty="0" sz="2800" i="0" lang="en-US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dirty="0" sz="2800" lang="en-US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dirty="0" sz="2800" lang="en-US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104864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4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58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/>
          </p:spPr>
        </p:pic>
      </p:grpSp>
      <p:sp>
        <p:nvSpPr>
          <p:cNvPr id="1048645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46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9147610" cy="25057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727960"/>
              </a:tabLst>
            </a:pPr>
            <a:r>
              <a:rPr dirty="0" sz="4250" spc="-20"/>
              <a:t>P</a:t>
            </a:r>
            <a:r>
              <a:rPr dirty="0" sz="4250" spc="15"/>
              <a:t>ROB</a:t>
            </a:r>
            <a:r>
              <a:rPr dirty="0" sz="4250" spc="55"/>
              <a:t>L</a:t>
            </a:r>
            <a:r>
              <a:rPr dirty="0" sz="4250" spc="-20"/>
              <a:t>E</a:t>
            </a:r>
            <a:r>
              <a:rPr dirty="0" sz="4250" spc="20"/>
              <a:t>M</a:t>
            </a:r>
            <a:r>
              <a:rPr dirty="0" sz="4250"/>
              <a:t>	</a:t>
            </a:r>
            <a:r>
              <a:rPr dirty="0" sz="4250" spc="10"/>
              <a:t>S</a:t>
            </a:r>
            <a:r>
              <a:rPr dirty="0" sz="4250" spc="-370"/>
              <a:t>T</a:t>
            </a:r>
            <a:r>
              <a:rPr dirty="0" sz="4250" spc="-375"/>
              <a:t>A</a:t>
            </a:r>
            <a:r>
              <a:rPr dirty="0" sz="4250" spc="15"/>
              <a:t>T</a:t>
            </a:r>
            <a:r>
              <a:rPr dirty="0" sz="4250" spc="-10"/>
              <a:t>E</a:t>
            </a:r>
            <a:r>
              <a:rPr dirty="0" sz="4250" spc="-20"/>
              <a:t>ME</a:t>
            </a:r>
            <a:r>
              <a:rPr dirty="0" sz="4250" spc="10"/>
              <a:t>NT</a:t>
            </a:r>
            <a:br>
              <a:rPr dirty="0" sz="4250" lang="en-US" spc="10"/>
            </a:br>
            <a:br>
              <a:rPr dirty="0" sz="4250" lang="en-US" spc="10"/>
            </a:br>
            <a:r>
              <a:rPr dirty="0" sz="4250" lang="en-US" spc="10"/>
              <a:t>W</a:t>
            </a:r>
            <a:r>
              <a:rPr dirty="0" sz="4250" lang="en-US" spc="10"/>
              <a:t>o</a:t>
            </a:r>
            <a:r>
              <a:rPr dirty="0" sz="4250" lang="en-US" spc="10"/>
              <a:t>u</a:t>
            </a:r>
            <a:r>
              <a:rPr dirty="0" sz="4250" lang="en-US" spc="10"/>
              <a:t>l</a:t>
            </a:r>
            <a:r>
              <a:rPr dirty="0" sz="4250" lang="en-US" spc="10"/>
              <a:t>d</a:t>
            </a:r>
            <a:r>
              <a:rPr dirty="0" sz="4250" lang="en-US" spc="10"/>
              <a:t> </a:t>
            </a:r>
            <a:r>
              <a:rPr dirty="0" sz="4250" lang="en-US" spc="10"/>
              <a:t>y</a:t>
            </a:r>
            <a:r>
              <a:rPr dirty="0" sz="4250" lang="en-US" spc="10"/>
              <a:t>o</a:t>
            </a:r>
            <a:r>
              <a:rPr dirty="0" sz="4250" lang="en-US" spc="10"/>
              <a:t>u</a:t>
            </a:r>
            <a:r>
              <a:rPr dirty="0" sz="4250" lang="en-US" spc="10"/>
              <a:t> </a:t>
            </a:r>
            <a:r>
              <a:rPr dirty="0" sz="4250" lang="en-US" spc="10"/>
              <a:t>l</a:t>
            </a:r>
            <a:r>
              <a:rPr dirty="0" sz="4250" lang="en-US" spc="10"/>
              <a:t>i</a:t>
            </a:r>
            <a:r>
              <a:rPr dirty="0" sz="4250" lang="en-US" spc="10"/>
              <a:t>k</a:t>
            </a:r>
            <a:r>
              <a:rPr dirty="0" sz="4250" lang="en-US" spc="10"/>
              <a:t>e</a:t>
            </a:r>
            <a:r>
              <a:rPr dirty="0" sz="4250" lang="en-US" spc="10"/>
              <a:t> </a:t>
            </a:r>
            <a:r>
              <a:rPr dirty="0" sz="4250" lang="en-US" spc="10"/>
              <a:t>m</a:t>
            </a:r>
            <a:r>
              <a:rPr dirty="0" sz="4250" lang="en-US" spc="10"/>
              <a:t>o</a:t>
            </a:r>
            <a:r>
              <a:rPr dirty="0" sz="4250" lang="en-US" spc="10"/>
              <a:t>re</a:t>
            </a:r>
            <a:r>
              <a:rPr dirty="0" sz="4250" lang="en-US" spc="10"/>
              <a:t> </a:t>
            </a:r>
            <a:r>
              <a:rPr dirty="0" sz="4250" lang="en-US" spc="10"/>
              <a:t>d</a:t>
            </a:r>
            <a:r>
              <a:rPr dirty="0" sz="4250" lang="en-US" spc="10"/>
              <a:t>e</a:t>
            </a:r>
            <a:r>
              <a:rPr dirty="0" sz="4250" lang="en-US" spc="10"/>
              <a:t>tails</a:t>
            </a:r>
            <a:r>
              <a:rPr dirty="0" sz="4250" lang="en-US" spc="10"/>
              <a:t> </a:t>
            </a:r>
            <a:r>
              <a:rPr dirty="0" sz="4250" lang="en-US" spc="10"/>
              <a:t>o</a:t>
            </a:r>
            <a:r>
              <a:rPr dirty="0" sz="4250" lang="en-US" spc="10"/>
              <a:t>r</a:t>
            </a:r>
            <a:r>
              <a:rPr dirty="0" sz="4250" lang="en-US" spc="10"/>
              <a:t> </a:t>
            </a:r>
            <a:r>
              <a:rPr dirty="0" sz="4250" lang="en-US" spc="10"/>
              <a:t>s</a:t>
            </a:r>
            <a:r>
              <a:rPr dirty="0" sz="4250" lang="en-US" spc="10"/>
              <a:t>p</a:t>
            </a:r>
            <a:r>
              <a:rPr dirty="0" sz="4250" lang="en-US" spc="10"/>
              <a:t>e</a:t>
            </a:r>
            <a:r>
              <a:rPr dirty="0" sz="4250" lang="en-US" spc="10"/>
              <a:t>c</a:t>
            </a:r>
            <a:r>
              <a:rPr dirty="0" sz="4250" lang="en-US" spc="10"/>
              <a:t>ific</a:t>
            </a:r>
            <a:r>
              <a:rPr dirty="0" sz="4250" lang="en-US" spc="10"/>
              <a:t> </a:t>
            </a:r>
            <a:r>
              <a:rPr dirty="0" sz="4250" lang="en-US" spc="10"/>
              <a:t>a</a:t>
            </a:r>
            <a:r>
              <a:rPr dirty="0" sz="4250" lang="en-US" spc="10"/>
              <a:t>s</a:t>
            </a:r>
            <a:r>
              <a:rPr dirty="0" sz="4250" lang="en-US" spc="10"/>
              <a:t>p</a:t>
            </a:r>
            <a:r>
              <a:rPr dirty="0" sz="4250" lang="en-US" spc="10"/>
              <a:t>e</a:t>
            </a:r>
            <a:r>
              <a:rPr dirty="0" sz="4250" lang="en-US" spc="10"/>
              <a:t>cts</a:t>
            </a:r>
            <a:r>
              <a:rPr dirty="0" sz="4250" lang="en-US" spc="10"/>
              <a:t> </a:t>
            </a:r>
            <a:r>
              <a:rPr dirty="0" sz="4250" lang="en-US" spc="10"/>
              <a:t>of</a:t>
            </a:r>
            <a:r>
              <a:rPr dirty="0" sz="4250" lang="en-US" spc="10"/>
              <a:t> </a:t>
            </a:r>
            <a:r>
              <a:rPr dirty="0" sz="4250" lang="en-US" spc="10"/>
              <a:t>the</a:t>
            </a:r>
            <a:r>
              <a:rPr dirty="0" sz="4250" lang="en-US" spc="10"/>
              <a:t> </a:t>
            </a:r>
            <a:r>
              <a:rPr dirty="0" sz="4250" lang="en-US" spc="10"/>
              <a:t>p</a:t>
            </a:r>
            <a:r>
              <a:rPr dirty="0" sz="4250" lang="en-US" spc="10"/>
              <a:t>r</a:t>
            </a:r>
            <a:r>
              <a:rPr dirty="0" sz="4250" lang="en-US" spc="10"/>
              <a:t>o</a:t>
            </a:r>
            <a:r>
              <a:rPr dirty="0" sz="4250" lang="en-US" spc="10"/>
              <a:t>j</a:t>
            </a:r>
            <a:r>
              <a:rPr dirty="0" sz="4250" lang="en-US" spc="10"/>
              <a:t>ect</a:t>
            </a:r>
            <a:endParaRPr sz="4250"/>
          </a:p>
        </p:txBody>
      </p:sp>
      <p:pic>
        <p:nvPicPr>
          <p:cNvPr id="2097159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47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4</a:t>
            </a:fld>
            <a:endParaRPr dirty="0" spc="1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1048648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ah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bIns="0" lIns="0" rIns="0" rtlCol="0" tIns="0" wrap="square"/>
            <a:p/>
          </p:txBody>
        </p:sp>
        <p:sp>
          <p:nvSpPr>
            <p:cNvPr id="1048649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ah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bIns="0" lIns="0" rIns="0" rtlCol="0" tIns="0" wrap="square"/>
            <a:p/>
          </p:txBody>
        </p:sp>
        <p:pic>
          <p:nvPicPr>
            <p:cNvPr id="2097160" name="object 5"/>
            <p:cNvPicPr>
              <a:picLocks/>
            </p:cNvPicPr>
            <p:nvPr/>
          </p:nvPicPr>
          <p:blipFill>
            <a:blip xmlns:r="http://schemas.openxmlformats.org/officeDocument/2006/relationships" r:embed="rId1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/>
          </p:spPr>
        </p:pic>
      </p:grpSp>
      <p:sp>
        <p:nvSpPr>
          <p:cNvPr id="1048650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51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8705053" cy="3128009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2642870"/>
              </a:tabLst>
            </a:pPr>
            <a:r>
              <a:rPr dirty="0" sz="4250" spc="5"/>
              <a:t>PROJECT	</a:t>
            </a:r>
            <a:r>
              <a:rPr dirty="0" sz="4250" spc="-20"/>
              <a:t>OVERVIEW</a:t>
            </a:r>
            <a:br>
              <a:rPr dirty="0" sz="4250" lang="en-US" spc="-20"/>
            </a:br>
            <a:br>
              <a:rPr dirty="0" sz="4250" lang="en-US" spc="-20"/>
            </a:br>
            <a:r>
              <a:rPr dirty="0" sz="4250" lang="en-US" spc="-20"/>
              <a:t>D</a:t>
            </a:r>
            <a:r>
              <a:rPr dirty="0" sz="4250" lang="en-US" spc="-20"/>
              <a:t>e</a:t>
            </a:r>
            <a:r>
              <a:rPr dirty="0" sz="4250" lang="en-US" spc="-20"/>
              <a:t>v</a:t>
            </a:r>
            <a:r>
              <a:rPr dirty="0" sz="4250" lang="en-US" spc="-20"/>
              <a:t>e</a:t>
            </a:r>
            <a:r>
              <a:rPr dirty="0" sz="4250" lang="en-US" spc="-20"/>
              <a:t>l</a:t>
            </a:r>
            <a:r>
              <a:rPr dirty="0" sz="4250" lang="en-US" spc="-20"/>
              <a:t>o</a:t>
            </a:r>
            <a:r>
              <a:rPr dirty="0" sz="4250" lang="en-US" spc="-20"/>
              <a:t>p</a:t>
            </a:r>
            <a:r>
              <a:rPr dirty="0" sz="4250" lang="en-US" spc="-20"/>
              <a:t> </a:t>
            </a:r>
            <a:r>
              <a:rPr dirty="0" sz="4250" lang="en-US" spc="-20"/>
              <a:t>a</a:t>
            </a:r>
            <a:r>
              <a:rPr dirty="0" sz="4250" lang="en-US" spc="-20"/>
              <a:t> </a:t>
            </a:r>
            <a:r>
              <a:rPr dirty="0" sz="4250" lang="en-US" spc="-20"/>
              <a:t>User-friendly</a:t>
            </a:r>
            <a:r>
              <a:rPr dirty="0" sz="4250" lang="en-US" spc="-20"/>
              <a:t> </a:t>
            </a:r>
            <a:r>
              <a:rPr dirty="0" sz="4250" lang="en-US" spc="-20"/>
              <a:t>w</a:t>
            </a:r>
            <a:r>
              <a:rPr dirty="0" sz="4250" lang="en-US" spc="-20"/>
              <a:t>e</a:t>
            </a:r>
            <a:r>
              <a:rPr dirty="0" sz="4250" lang="en-US" spc="-20"/>
              <a:t>b</a:t>
            </a:r>
            <a:r>
              <a:rPr dirty="0" sz="4250" lang="en-US" spc="-20"/>
              <a:t> </a:t>
            </a:r>
            <a:r>
              <a:rPr dirty="0" sz="4250" lang="en-US" spc="-20"/>
              <a:t>browser</a:t>
            </a:r>
            <a:r>
              <a:rPr dirty="0" sz="4250" lang="en-US" spc="-20"/>
              <a:t> </a:t>
            </a:r>
            <a:r>
              <a:rPr dirty="0" sz="4250" lang="en-US" spc="-20"/>
              <a:t>w</a:t>
            </a:r>
            <a:r>
              <a:rPr dirty="0" sz="4250" lang="en-US" spc="-20"/>
              <a:t>ith</a:t>
            </a:r>
            <a:r>
              <a:rPr dirty="0" sz="4250" lang="en-US" spc="-20"/>
              <a:t> </a:t>
            </a:r>
            <a:r>
              <a:rPr dirty="0" sz="4250" lang="en-US" spc="-20"/>
              <a:t>e</a:t>
            </a:r>
            <a:r>
              <a:rPr dirty="0" sz="4250" lang="en-US" spc="-20"/>
              <a:t>s</a:t>
            </a:r>
            <a:r>
              <a:rPr dirty="0" sz="4250" lang="en-US" spc="-20"/>
              <a:t>s</a:t>
            </a:r>
            <a:r>
              <a:rPr dirty="0" sz="4250" lang="en-US" spc="-20"/>
              <a:t>ential</a:t>
            </a:r>
            <a:r>
              <a:rPr dirty="0" sz="4250" lang="en-US" spc="-20"/>
              <a:t> </a:t>
            </a:r>
            <a:r>
              <a:rPr dirty="0" sz="4250" lang="en-US" spc="-20"/>
              <a:t>f</a:t>
            </a:r>
            <a:r>
              <a:rPr dirty="0" sz="4250" lang="en-US" spc="-20"/>
              <a:t>e</a:t>
            </a:r>
            <a:r>
              <a:rPr dirty="0" sz="4250" lang="en-US" spc="-20"/>
              <a:t>a</a:t>
            </a:r>
            <a:r>
              <a:rPr dirty="0" sz="4250" lang="en-US" spc="-20"/>
              <a:t>tures</a:t>
            </a:r>
            <a:r>
              <a:rPr dirty="0" sz="4250" lang="en-US" spc="-20"/>
              <a:t> </a:t>
            </a:r>
            <a:r>
              <a:rPr dirty="0" sz="4250" lang="en-US" spc="-20"/>
              <a:t>f</a:t>
            </a:r>
            <a:r>
              <a:rPr dirty="0" sz="4250" lang="en-US" spc="-20"/>
              <a:t>or</a:t>
            </a:r>
            <a:r>
              <a:rPr dirty="0" sz="4250" lang="en-US" spc="-20"/>
              <a:t> </a:t>
            </a:r>
            <a:r>
              <a:rPr dirty="0" sz="4250" lang="en-US" spc="-20"/>
              <a:t>s</a:t>
            </a:r>
            <a:r>
              <a:rPr dirty="0" sz="4250" lang="en-US" spc="-20"/>
              <a:t>e</a:t>
            </a:r>
            <a:r>
              <a:rPr dirty="0" sz="4250" lang="en-US" spc="-20"/>
              <a:t>a</a:t>
            </a:r>
            <a:r>
              <a:rPr dirty="0" sz="4250" lang="en-US" spc="-20"/>
              <a:t>m</a:t>
            </a:r>
            <a:r>
              <a:rPr dirty="0" sz="4250" lang="en-US" spc="-20"/>
              <a:t>l</a:t>
            </a:r>
            <a:r>
              <a:rPr dirty="0" sz="4250" lang="en-US" spc="-20"/>
              <a:t>e</a:t>
            </a:r>
            <a:r>
              <a:rPr dirty="0" sz="4250" lang="en-US" spc="-20"/>
              <a:t>s</a:t>
            </a:r>
            <a:r>
              <a:rPr dirty="0" sz="4250" lang="en-US" spc="-20"/>
              <a:t>s</a:t>
            </a:r>
            <a:r>
              <a:rPr dirty="0" sz="4250" lang="en-US" spc="-20"/>
              <a:t> </a:t>
            </a:r>
            <a:r>
              <a:rPr dirty="0" sz="4250" lang="en-US" spc="-20"/>
              <a:t>b</a:t>
            </a:r>
            <a:r>
              <a:rPr dirty="0" sz="4250" lang="en-US" spc="-20"/>
              <a:t>r</a:t>
            </a:r>
            <a:r>
              <a:rPr dirty="0" sz="4250" lang="en-US" spc="-20"/>
              <a:t>o</a:t>
            </a:r>
            <a:r>
              <a:rPr dirty="0" sz="4250" lang="en-US" spc="-20"/>
              <a:t>ws</a:t>
            </a:r>
            <a:r>
              <a:rPr dirty="0" sz="4250" lang="en-US" spc="-20"/>
              <a:t>i</a:t>
            </a:r>
            <a:r>
              <a:rPr dirty="0" sz="4250" lang="en-US" spc="-20"/>
              <a:t>n</a:t>
            </a:r>
            <a:r>
              <a:rPr dirty="0" sz="4250" lang="en-US" spc="-20"/>
              <a:t>g</a:t>
            </a:r>
            <a:endParaRPr sz="4250"/>
          </a:p>
        </p:txBody>
      </p:sp>
      <p:pic>
        <p:nvPicPr>
          <p:cNvPr id="2097161" name="object 8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52" name="object 10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5</a:t>
            </a:fld>
            <a:endParaRPr dirty="0" spc="1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54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55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56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33947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25"/>
              <a:t>W</a:t>
            </a:r>
            <a:r>
              <a:rPr dirty="0" sz="3200" spc="-20"/>
              <a:t>H</a:t>
            </a:r>
            <a:r>
              <a:rPr dirty="0" sz="3200" spc="20"/>
              <a:t>O</a:t>
            </a:r>
            <a:r>
              <a:rPr dirty="0" sz="3200" spc="-235"/>
              <a:t> </a:t>
            </a:r>
            <a:r>
              <a:rPr dirty="0" sz="3200" spc="-10"/>
              <a:t>AR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10"/>
              <a:t>T</a:t>
            </a:r>
            <a:r>
              <a:rPr dirty="0" sz="3200" spc="-15"/>
              <a:t>H</a:t>
            </a:r>
            <a:r>
              <a:rPr dirty="0" sz="3200" spc="15"/>
              <a:t>E</a:t>
            </a:r>
            <a:r>
              <a:rPr dirty="0" sz="3200" spc="-35"/>
              <a:t> </a:t>
            </a:r>
            <a:r>
              <a:rPr dirty="0" sz="3200" spc="-20"/>
              <a:t>E</a:t>
            </a:r>
            <a:r>
              <a:rPr dirty="0" sz="3200" spc="30"/>
              <a:t>N</a:t>
            </a:r>
            <a:r>
              <a:rPr dirty="0" sz="3200" spc="15"/>
              <a:t>D</a:t>
            </a:r>
            <a:r>
              <a:rPr dirty="0" sz="3200" spc="-45"/>
              <a:t> </a:t>
            </a:r>
            <a:r>
              <a:rPr dirty="0" sz="3200"/>
              <a:t>U</a:t>
            </a:r>
            <a:r>
              <a:rPr dirty="0" sz="3200" spc="10"/>
              <a:t>S</a:t>
            </a:r>
            <a:r>
              <a:rPr dirty="0" sz="3200" spc="-25"/>
              <a:t>E</a:t>
            </a:r>
            <a:r>
              <a:rPr dirty="0" sz="3200" spc="-10"/>
              <a:t>R</a:t>
            </a:r>
            <a:r>
              <a:rPr dirty="0" sz="3200" spc="5"/>
              <a:t>S?</a:t>
            </a:r>
            <a:br>
              <a:rPr dirty="0" sz="3200" lang="en-US" spc="5"/>
            </a:br>
            <a:br>
              <a:rPr dirty="0" sz="3200" lang="en-US" spc="5"/>
            </a:br>
            <a:r>
              <a:rPr dirty="0" sz="3200" lang="en-US" spc="5"/>
              <a:t>I</a:t>
            </a:r>
            <a:r>
              <a:rPr dirty="0" sz="3200" lang="en-US" spc="5"/>
              <a:t>n</a:t>
            </a:r>
            <a:r>
              <a:rPr dirty="0" sz="3200" lang="en-US" spc="5"/>
              <a:t>d</a:t>
            </a:r>
            <a:r>
              <a:rPr dirty="0" sz="3200" lang="en-US" spc="5"/>
              <a:t>i</a:t>
            </a:r>
            <a:r>
              <a:rPr dirty="0" sz="3200" lang="en-US" spc="5"/>
              <a:t>v</a:t>
            </a:r>
            <a:r>
              <a:rPr dirty="0" sz="3200" lang="en-US" spc="5"/>
              <a:t>iduals</a:t>
            </a:r>
            <a:r>
              <a:rPr dirty="0" sz="3200" lang="en-US" spc="5"/>
              <a:t>,</a:t>
            </a:r>
            <a:r>
              <a:rPr dirty="0" sz="3200" lang="en-US" spc="5"/>
              <a:t> </a:t>
            </a:r>
            <a:r>
              <a:rPr dirty="0" sz="3200" lang="en-US" spc="5"/>
              <a:t>s</a:t>
            </a:r>
            <a:r>
              <a:rPr dirty="0" sz="3200" lang="en-US" spc="5"/>
              <a:t>t</a:t>
            </a:r>
            <a:r>
              <a:rPr dirty="0" sz="3200" lang="en-US" spc="5"/>
              <a:t>u</a:t>
            </a:r>
            <a:r>
              <a:rPr dirty="0" sz="3200" lang="en-US" spc="5"/>
              <a:t>dents</a:t>
            </a:r>
            <a:r>
              <a:rPr dirty="0" sz="3200" lang="en-US" spc="5"/>
              <a:t>,</a:t>
            </a:r>
            <a:r>
              <a:rPr dirty="0" sz="3200" lang="en-US" spc="5"/>
              <a:t> </a:t>
            </a:r>
            <a:r>
              <a:rPr dirty="0" sz="3200" lang="en-US" spc="5"/>
              <a:t>p</a:t>
            </a:r>
            <a:r>
              <a:rPr dirty="0" sz="3200" lang="en-US" spc="5"/>
              <a:t>r</a:t>
            </a:r>
            <a:r>
              <a:rPr dirty="0" sz="3200" lang="en-US" spc="5"/>
              <a:t>o</a:t>
            </a:r>
            <a:r>
              <a:rPr dirty="0" sz="3200" lang="en-US" spc="5"/>
              <a:t>f</a:t>
            </a:r>
            <a:r>
              <a:rPr dirty="0" sz="3200" lang="en-US" spc="5"/>
              <a:t>essional</a:t>
            </a:r>
            <a:r>
              <a:rPr dirty="0" sz="3200" lang="en-US" spc="5"/>
              <a:t>,</a:t>
            </a:r>
            <a:r>
              <a:rPr dirty="0" sz="3200" lang="en-US" spc="5"/>
              <a:t> </a:t>
            </a:r>
            <a:r>
              <a:rPr dirty="0" sz="3200" lang="en-US" spc="5"/>
              <a:t>a</a:t>
            </a:r>
            <a:r>
              <a:rPr dirty="0" sz="3200" lang="en-US" spc="5"/>
              <a:t>n</a:t>
            </a:r>
            <a:r>
              <a:rPr dirty="0" sz="3200" lang="en-US" spc="5"/>
              <a:t>d</a:t>
            </a:r>
            <a:r>
              <a:rPr dirty="0" sz="3200" lang="en-US" spc="5"/>
              <a:t> </a:t>
            </a:r>
            <a:r>
              <a:rPr dirty="0" sz="3200" lang="en-US" spc="5"/>
              <a:t>organizations</a:t>
            </a:r>
            <a:r>
              <a:rPr dirty="0" sz="3200" lang="en-US" spc="5"/>
              <a:t> </a:t>
            </a:r>
            <a:r>
              <a:rPr dirty="0" sz="3200" lang="en-US" spc="5"/>
              <a:t>s</a:t>
            </a:r>
            <a:r>
              <a:rPr dirty="0" sz="3200" lang="en-US" spc="5"/>
              <a:t>e</a:t>
            </a:r>
            <a:r>
              <a:rPr dirty="0" sz="3200" lang="en-US" spc="5"/>
              <a:t>e</a:t>
            </a:r>
            <a:r>
              <a:rPr dirty="0" sz="3200" lang="en-US" spc="5"/>
              <a:t>k</a:t>
            </a:r>
            <a:r>
              <a:rPr dirty="0" sz="3200" lang="en-US" spc="5"/>
              <a:t>i</a:t>
            </a:r>
            <a:r>
              <a:rPr dirty="0" sz="3200" lang="en-US" spc="5"/>
              <a:t>n</a:t>
            </a:r>
            <a:r>
              <a:rPr dirty="0" sz="3200" lang="en-US" spc="5"/>
              <a:t>g</a:t>
            </a:r>
            <a:r>
              <a:rPr dirty="0" sz="3200" lang="en-US" spc="5"/>
              <a:t> </a:t>
            </a:r>
            <a:r>
              <a:rPr dirty="0" sz="3200" lang="en-US" spc="5"/>
              <a:t>a</a:t>
            </a:r>
            <a:r>
              <a:rPr dirty="0" sz="3200" lang="en-US" spc="5"/>
              <a:t> </a:t>
            </a:r>
            <a:r>
              <a:rPr dirty="0" sz="3200" lang="en-US" spc="5"/>
              <a:t>reliable</a:t>
            </a:r>
            <a:r>
              <a:rPr dirty="0" sz="3200" lang="en-US" spc="5"/>
              <a:t> </a:t>
            </a:r>
            <a:r>
              <a:rPr dirty="0" sz="3200" lang="en-US" spc="5"/>
              <a:t>b</a:t>
            </a:r>
            <a:r>
              <a:rPr dirty="0" sz="3200" lang="en-US" spc="5"/>
              <a:t>r</a:t>
            </a:r>
            <a:r>
              <a:rPr dirty="0" sz="3200" lang="en-US" spc="5"/>
              <a:t>ows</a:t>
            </a:r>
            <a:r>
              <a:rPr dirty="0" sz="3200" lang="en-US" spc="5"/>
              <a:t>i</a:t>
            </a:r>
            <a:r>
              <a:rPr dirty="0" sz="3200" lang="en-US" spc="5"/>
              <a:t>n</a:t>
            </a:r>
            <a:r>
              <a:rPr dirty="0" sz="3200" lang="en-US" spc="5"/>
              <a:t>g</a:t>
            </a:r>
            <a:r>
              <a:rPr dirty="0" sz="3200" lang="en-US" spc="5"/>
              <a:t> </a:t>
            </a:r>
            <a:r>
              <a:rPr dirty="0" sz="3200" lang="en-US" spc="5"/>
              <a:t>e</a:t>
            </a:r>
            <a:r>
              <a:rPr dirty="0" sz="3200" lang="en-US" spc="5"/>
              <a:t>x</a:t>
            </a:r>
            <a:r>
              <a:rPr dirty="0" sz="3200" lang="en-US" spc="5"/>
              <a:t>p</a:t>
            </a:r>
            <a:r>
              <a:rPr dirty="0" sz="3200" lang="en-US" spc="5"/>
              <a:t>eriences</a:t>
            </a:r>
            <a:r>
              <a:rPr dirty="0" sz="3200" lang="en-US" spc="5"/>
              <a:t>.</a:t>
            </a:r>
            <a:r>
              <a:rPr dirty="0" sz="3200" lang="en-US" spc="5"/>
              <a:t> </a:t>
            </a:r>
            <a:endParaRPr sz="3200"/>
          </a:p>
        </p:txBody>
      </p:sp>
      <p:pic>
        <p:nvPicPr>
          <p:cNvPr id="2097162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/>
        </p:spPr>
      </p:pic>
      <p:sp>
        <p:nvSpPr>
          <p:cNvPr id="1048657" name="object 8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6</a:t>
            </a:fld>
            <a:endParaRPr dirty="0" spc="1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object 2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/>
        </p:spPr>
      </p:pic>
      <p:sp>
        <p:nvSpPr>
          <p:cNvPr id="1048658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59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60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sp>
        <p:nvSpPr>
          <p:cNvPr id="1048661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374713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lang="en-IN" spc="10"/>
              <a:t>TOOLS AND TECHNIQUES</a:t>
            </a:r>
            <a:br>
              <a:rPr dirty="0" sz="3600" lang="en-US" spc="10"/>
            </a:br>
            <a:br>
              <a:rPr dirty="0" sz="3600" lang="en-US" spc="10"/>
            </a:br>
            <a:r>
              <a:rPr dirty="0" sz="3600" lang="en-US" spc="10"/>
              <a:t>P</a:t>
            </a:r>
            <a:r>
              <a:rPr dirty="0" sz="3600" lang="en-US" spc="10"/>
              <a:t>r</a:t>
            </a:r>
            <a:r>
              <a:rPr dirty="0" sz="3600" lang="en-US" spc="10"/>
              <a:t>o</a:t>
            </a:r>
            <a:r>
              <a:rPr dirty="0" sz="3600" lang="en-US" spc="10"/>
              <a:t>g</a:t>
            </a:r>
            <a:r>
              <a:rPr dirty="0" sz="3600" lang="en-US" spc="10"/>
              <a:t>r</a:t>
            </a:r>
            <a:r>
              <a:rPr dirty="0" sz="3600" lang="en-US" spc="10"/>
              <a:t>a</a:t>
            </a:r>
            <a:r>
              <a:rPr dirty="0" sz="3600" lang="en-US" spc="10"/>
              <a:t>m</a:t>
            </a:r>
            <a:r>
              <a:rPr dirty="0" sz="3600" lang="en-US" spc="10"/>
              <a:t>m</a:t>
            </a:r>
            <a:r>
              <a:rPr dirty="0" sz="3600" lang="en-US" spc="10"/>
              <a:t>ing</a:t>
            </a:r>
            <a:r>
              <a:rPr dirty="0" sz="3600" lang="en-US" spc="10"/>
              <a:t> </a:t>
            </a:r>
            <a:r>
              <a:rPr dirty="0" sz="3600" lang="en-US" spc="10"/>
              <a:t>languages</a:t>
            </a:r>
            <a:r>
              <a:rPr dirty="0" sz="3600" lang="en-US" spc="10"/>
              <a:t>:</a:t>
            </a:r>
            <a:r>
              <a:rPr dirty="0" sz="3600" lang="en-US" spc="10"/>
              <a:t>JavaScript</a:t>
            </a:r>
            <a:r>
              <a:rPr dirty="0" sz="3600" lang="en-US" spc="10"/>
              <a:t>,</a:t>
            </a:r>
            <a:r>
              <a:rPr dirty="0" sz="3600" lang="en-US" spc="10"/>
              <a:t>h</a:t>
            </a:r>
            <a:r>
              <a:rPr dirty="0" sz="3600" lang="en-US" spc="10"/>
              <a:t>t</a:t>
            </a:r>
            <a:r>
              <a:rPr dirty="0" sz="3600" lang="en-US" spc="10"/>
              <a:t>m</a:t>
            </a:r>
            <a:r>
              <a:rPr dirty="0" sz="3600" lang="en-US" spc="10"/>
              <a:t>l</a:t>
            </a:r>
            <a:r>
              <a:rPr dirty="0" sz="3600" lang="en-US" spc="10"/>
              <a:t>,</a:t>
            </a:r>
            <a:r>
              <a:rPr dirty="0" sz="3600" lang="en-US" spc="10"/>
              <a:t> </a:t>
            </a:r>
            <a:r>
              <a:rPr dirty="0" sz="3600" lang="en-US" spc="10"/>
              <a:t>c</a:t>
            </a:r>
            <a:r>
              <a:rPr dirty="0" sz="3600" lang="en-US" spc="10"/>
              <a:t>s</a:t>
            </a:r>
            <a:r>
              <a:rPr dirty="0" sz="3600" lang="en-US" spc="10"/>
              <a:t>s</a:t>
            </a:r>
            <a:br>
              <a:rPr dirty="0" sz="3600" lang="en-US" spc="10"/>
            </a:br>
            <a:br>
              <a:rPr dirty="0" sz="3600" lang="en-US" spc="10"/>
            </a:br>
            <a:r>
              <a:rPr dirty="0" sz="3600" lang="en-US" spc="10"/>
              <a:t>F</a:t>
            </a:r>
            <a:r>
              <a:rPr dirty="0" sz="3600" lang="en-US" spc="10"/>
              <a:t>r</a:t>
            </a:r>
            <a:r>
              <a:rPr dirty="0" sz="3600" lang="en-US" spc="10"/>
              <a:t>a</a:t>
            </a:r>
            <a:r>
              <a:rPr dirty="0" sz="3600" lang="en-US" spc="10"/>
              <a:t>m</a:t>
            </a:r>
            <a:r>
              <a:rPr dirty="0" sz="3600" lang="en-US" spc="10"/>
              <a:t>e</a:t>
            </a:r>
            <a:r>
              <a:rPr dirty="0" sz="3600" lang="en-US" spc="10"/>
              <a:t>w</a:t>
            </a:r>
            <a:r>
              <a:rPr dirty="0" sz="3600" lang="en-US" spc="10"/>
              <a:t>ork</a:t>
            </a:r>
            <a:r>
              <a:rPr dirty="0" sz="3600" lang="en-US" spc="10"/>
              <a:t>:</a:t>
            </a:r>
            <a:r>
              <a:rPr dirty="0" sz="3600" lang="en-US" spc="10"/>
              <a:t>r</a:t>
            </a:r>
            <a:r>
              <a:rPr dirty="0" sz="3600" lang="en-US" spc="10"/>
              <a:t>e</a:t>
            </a:r>
            <a:r>
              <a:rPr dirty="0" sz="3600" lang="en-US" spc="10"/>
              <a:t>a</a:t>
            </a:r>
            <a:r>
              <a:rPr dirty="0" sz="3600" lang="en-US" spc="10"/>
              <a:t>c</a:t>
            </a:r>
            <a:r>
              <a:rPr dirty="0" sz="3600" lang="en-US" spc="10"/>
              <a:t>t</a:t>
            </a:r>
            <a:r>
              <a:rPr dirty="0" sz="3600" lang="en-US" spc="10"/>
              <a:t> </a:t>
            </a:r>
            <a:r>
              <a:rPr dirty="0" sz="3600" lang="en-US" spc="10"/>
              <a:t>o</a:t>
            </a:r>
            <a:r>
              <a:rPr dirty="0" sz="3600" lang="en-US" spc="10"/>
              <a:t>r</a:t>
            </a:r>
            <a:r>
              <a:rPr dirty="0" sz="3600" lang="en-US" spc="10"/>
              <a:t> </a:t>
            </a:r>
            <a:r>
              <a:rPr dirty="0" sz="3600" lang="en-US" spc="10"/>
              <a:t>a</a:t>
            </a:r>
            <a:r>
              <a:rPr dirty="0" sz="3600" lang="en-US" spc="10"/>
              <a:t>n</a:t>
            </a:r>
            <a:r>
              <a:rPr dirty="0" sz="3600" lang="en-US" spc="10"/>
              <a:t>g</a:t>
            </a:r>
            <a:r>
              <a:rPr dirty="0" sz="3600" lang="en-US" spc="10"/>
              <a:t>u</a:t>
            </a:r>
            <a:r>
              <a:rPr dirty="0" sz="3600" lang="en-US" spc="10"/>
              <a:t>lar</a:t>
            </a:r>
            <a:br>
              <a:rPr dirty="0" sz="3600" lang="en-US" spc="10"/>
            </a:br>
            <a:br>
              <a:rPr dirty="0" sz="3600" lang="en-US" spc="10"/>
            </a:br>
            <a:endParaRPr dirty="0" sz="3600"/>
          </a:p>
        </p:txBody>
      </p:sp>
      <p:pic>
        <p:nvPicPr>
          <p:cNvPr id="2097164" name="object 7"/>
          <p:cNvPicPr>
            <a:picLocks/>
          </p:cNvPicPr>
          <p:nvPr/>
        </p:nvPicPr>
        <p:blipFill>
          <a:blip xmlns:r="http://schemas.openxmlformats.org/officeDocument/2006/relationships"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/>
        </p:spPr>
      </p:pic>
      <p:sp>
        <p:nvSpPr>
          <p:cNvPr id="1048662" name="object 9"/>
          <p:cNvSpPr txBox="1">
            <a:spLocks noGrp="1"/>
          </p:cNvSpPr>
          <p:nvPr>
            <p:ph type="sldNum" sz="quarter" idx="7"/>
          </p:nvPr>
        </p:nvSpPr>
        <p:spPr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10"/>
              <a:t>7</a:t>
            </a:fld>
            <a:endParaRPr dirty="0" spc="1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5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64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65" name="object 8"/>
          <p:cNvSpPr txBox="1"/>
          <p:nvPr/>
        </p:nvSpPr>
        <p:spPr>
          <a:xfrm>
            <a:off x="739775" y="291147"/>
            <a:ext cx="8794750" cy="3051175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 sz="4000" lang="en-IN" spc="15">
                <a:latin typeface="Trebuchet MS"/>
                <a:cs typeface="Trebuchet MS"/>
              </a:rPr>
              <a:t>POTFOLIO DESIGN AND LAYOUT</a:t>
            </a:r>
            <a:endParaRPr dirty="0" sz="4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dirty="0" sz="4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 sz="4000" lang="en-US" spc="15">
                <a:latin typeface="Trebuchet MS"/>
                <a:cs typeface="Trebuchet MS"/>
              </a:rPr>
              <a:t>T</a:t>
            </a:r>
            <a:r>
              <a:rPr b="1" dirty="0" sz="4000" lang="en-US" spc="15">
                <a:latin typeface="Trebuchet MS"/>
                <a:cs typeface="Trebuchet MS"/>
              </a:rPr>
              <a:t>a</a:t>
            </a:r>
            <a:r>
              <a:rPr b="1" dirty="0" sz="4000" lang="en-US" spc="15">
                <a:latin typeface="Trebuchet MS"/>
                <a:cs typeface="Trebuchet MS"/>
              </a:rPr>
              <a:t>b</a:t>
            </a:r>
            <a:r>
              <a:rPr b="1" dirty="0" sz="4000" lang="en-US" spc="15">
                <a:latin typeface="Trebuchet MS"/>
                <a:cs typeface="Trebuchet MS"/>
              </a:rPr>
              <a:t> </a:t>
            </a:r>
            <a:r>
              <a:rPr b="1" dirty="0" sz="4000" lang="en-US" spc="15">
                <a:latin typeface="Trebuchet MS"/>
                <a:cs typeface="Trebuchet MS"/>
              </a:rPr>
              <a:t>m</a:t>
            </a:r>
            <a:r>
              <a:rPr b="1" dirty="0" sz="4000" lang="en-US" spc="15">
                <a:latin typeface="Trebuchet MS"/>
                <a:cs typeface="Trebuchet MS"/>
              </a:rPr>
              <a:t>a</a:t>
            </a:r>
            <a:r>
              <a:rPr b="1" dirty="0" sz="4000" lang="en-US" spc="15">
                <a:latin typeface="Trebuchet MS"/>
                <a:cs typeface="Trebuchet MS"/>
              </a:rPr>
              <a:t>n</a:t>
            </a:r>
            <a:r>
              <a:rPr b="1" dirty="0" sz="4000" lang="en-US" spc="15">
                <a:latin typeface="Trebuchet MS"/>
                <a:cs typeface="Trebuchet MS"/>
              </a:rPr>
              <a:t>a</a:t>
            </a:r>
            <a:r>
              <a:rPr b="1" dirty="0" sz="4000" lang="en-US" spc="15">
                <a:latin typeface="Trebuchet MS"/>
                <a:cs typeface="Trebuchet MS"/>
              </a:rPr>
              <a:t>g</a:t>
            </a:r>
            <a:r>
              <a:rPr b="1" dirty="0" sz="4000" lang="en-US" spc="15">
                <a:latin typeface="Trebuchet MS"/>
                <a:cs typeface="Trebuchet MS"/>
              </a:rPr>
              <a:t>ement</a:t>
            </a:r>
            <a:endParaRPr dirty="0" sz="4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 sz="4000" lang="en-US" spc="15">
                <a:latin typeface="Trebuchet MS"/>
                <a:cs typeface="Trebuchet MS"/>
              </a:rPr>
              <a:t>B</a:t>
            </a:r>
            <a:r>
              <a:rPr b="1" dirty="0" sz="4000" lang="en-US" spc="15">
                <a:latin typeface="Trebuchet MS"/>
                <a:cs typeface="Trebuchet MS"/>
              </a:rPr>
              <a:t>o</a:t>
            </a:r>
            <a:r>
              <a:rPr b="1" dirty="0" sz="4000" lang="en-US" spc="15">
                <a:latin typeface="Trebuchet MS"/>
                <a:cs typeface="Trebuchet MS"/>
              </a:rPr>
              <a:t>o</a:t>
            </a:r>
            <a:r>
              <a:rPr b="1" dirty="0" sz="4000" lang="en-US" spc="15">
                <a:latin typeface="Trebuchet MS"/>
                <a:cs typeface="Trebuchet MS"/>
              </a:rPr>
              <a:t>k</a:t>
            </a:r>
            <a:r>
              <a:rPr b="1" dirty="0" sz="4000" lang="en-US" spc="15">
                <a:latin typeface="Trebuchet MS"/>
                <a:cs typeface="Trebuchet MS"/>
              </a:rPr>
              <a:t>m</a:t>
            </a:r>
            <a:r>
              <a:rPr b="1" dirty="0" sz="4000" lang="en-US" spc="15">
                <a:latin typeface="Trebuchet MS"/>
                <a:cs typeface="Trebuchet MS"/>
              </a:rPr>
              <a:t>a</a:t>
            </a:r>
            <a:r>
              <a:rPr b="1" dirty="0" sz="4000" lang="en-US" spc="15">
                <a:latin typeface="Trebuchet MS"/>
                <a:cs typeface="Trebuchet MS"/>
              </a:rPr>
              <a:t>rks</a:t>
            </a:r>
            <a:r>
              <a:rPr b="1" dirty="0" sz="4000" lang="en-US" spc="15">
                <a:latin typeface="Trebuchet MS"/>
                <a:cs typeface="Trebuchet MS"/>
              </a:rPr>
              <a:t> </a:t>
            </a:r>
            <a:r>
              <a:rPr b="1" dirty="0" sz="4000" lang="en-US" spc="15">
                <a:latin typeface="Trebuchet MS"/>
                <a:cs typeface="Trebuchet MS"/>
              </a:rPr>
              <a:t>a</a:t>
            </a:r>
            <a:r>
              <a:rPr b="1" dirty="0" sz="4000" lang="en-US" spc="15">
                <a:latin typeface="Trebuchet MS"/>
                <a:cs typeface="Trebuchet MS"/>
              </a:rPr>
              <a:t>n</a:t>
            </a:r>
            <a:r>
              <a:rPr b="1" dirty="0" sz="4000" lang="en-US" spc="15">
                <a:latin typeface="Trebuchet MS"/>
                <a:cs typeface="Trebuchet MS"/>
              </a:rPr>
              <a:t>d</a:t>
            </a:r>
            <a:r>
              <a:rPr b="1" dirty="0" sz="4000" lang="en-US" spc="15">
                <a:latin typeface="Trebuchet MS"/>
                <a:cs typeface="Trebuchet MS"/>
              </a:rPr>
              <a:t> </a:t>
            </a:r>
            <a:r>
              <a:rPr b="1" dirty="0" sz="4000" lang="en-US" spc="15">
                <a:latin typeface="Trebuchet MS"/>
                <a:cs typeface="Trebuchet MS"/>
              </a:rPr>
              <a:t>h</a:t>
            </a:r>
            <a:r>
              <a:rPr b="1" dirty="0" sz="4000" lang="en-US" spc="15">
                <a:latin typeface="Trebuchet MS"/>
                <a:cs typeface="Trebuchet MS"/>
              </a:rPr>
              <a:t>i</a:t>
            </a:r>
            <a:r>
              <a:rPr b="1" dirty="0" sz="4000" lang="en-US" spc="15">
                <a:latin typeface="Trebuchet MS"/>
                <a:cs typeface="Trebuchet MS"/>
              </a:rPr>
              <a:t>s</a:t>
            </a:r>
            <a:r>
              <a:rPr b="1" dirty="0" sz="4000" lang="en-US" spc="15">
                <a:latin typeface="Trebuchet MS"/>
                <a:cs typeface="Trebuchet MS"/>
              </a:rPr>
              <a:t>tory</a:t>
            </a:r>
            <a:endParaRPr dirty="0" sz="4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 sz="4000" lang="en-US" spc="15">
                <a:latin typeface="Trebuchet MS"/>
                <a:cs typeface="Trebuchet MS"/>
              </a:rPr>
              <a:t>A</a:t>
            </a:r>
            <a:r>
              <a:rPr b="1" dirty="0" sz="4000" lang="en-US" spc="15">
                <a:latin typeface="Trebuchet MS"/>
                <a:cs typeface="Trebuchet MS"/>
              </a:rPr>
              <a:t>d</a:t>
            </a:r>
            <a:r>
              <a:rPr b="1" dirty="0" sz="4000" lang="en-US" spc="15">
                <a:latin typeface="Trebuchet MS"/>
                <a:cs typeface="Trebuchet MS"/>
              </a:rPr>
              <a:t>d</a:t>
            </a:r>
            <a:r>
              <a:rPr b="1" dirty="0" sz="4000" lang="en-US" spc="15">
                <a:latin typeface="Trebuchet MS"/>
                <a:cs typeface="Trebuchet MS"/>
              </a:rPr>
              <a:t>r</a:t>
            </a:r>
            <a:r>
              <a:rPr b="1" dirty="0" sz="4000" lang="en-US" spc="15">
                <a:latin typeface="Trebuchet MS"/>
                <a:cs typeface="Trebuchet MS"/>
              </a:rPr>
              <a:t>ess</a:t>
            </a:r>
            <a:r>
              <a:rPr b="1" dirty="0" sz="4000" lang="en-US" spc="15">
                <a:latin typeface="Trebuchet MS"/>
                <a:cs typeface="Trebuchet MS"/>
              </a:rPr>
              <a:t> </a:t>
            </a:r>
            <a:r>
              <a:rPr b="1" dirty="0" sz="4000" lang="en-US" spc="15">
                <a:latin typeface="Trebuchet MS"/>
                <a:cs typeface="Trebuchet MS"/>
              </a:rPr>
              <a:t>b</a:t>
            </a:r>
            <a:r>
              <a:rPr b="1" dirty="0" sz="4000" lang="en-US" spc="15">
                <a:latin typeface="Trebuchet MS"/>
                <a:cs typeface="Trebuchet MS"/>
              </a:rPr>
              <a:t>a</a:t>
            </a:r>
            <a:r>
              <a:rPr b="1" dirty="0" sz="4000" lang="en-US" spc="15">
                <a:latin typeface="Trebuchet MS"/>
                <a:cs typeface="Trebuchet MS"/>
              </a:rPr>
              <a:t>r</a:t>
            </a:r>
            <a:r>
              <a:rPr b="1" dirty="0" sz="4000" lang="en-US" spc="15">
                <a:latin typeface="Trebuchet MS"/>
                <a:cs typeface="Trebuchet MS"/>
              </a:rPr>
              <a:t> </a:t>
            </a:r>
            <a:r>
              <a:rPr b="1" dirty="0" sz="4000" lang="en-US" spc="15">
                <a:latin typeface="Trebuchet MS"/>
                <a:cs typeface="Trebuchet MS"/>
              </a:rPr>
              <a:t>w</a:t>
            </a:r>
            <a:r>
              <a:rPr b="1" dirty="0" sz="4000" lang="en-US" spc="15">
                <a:latin typeface="Trebuchet MS"/>
                <a:cs typeface="Trebuchet MS"/>
              </a:rPr>
              <a:t>ith</a:t>
            </a:r>
            <a:r>
              <a:rPr b="1" dirty="0" sz="4000" lang="en-US" spc="15">
                <a:latin typeface="Trebuchet MS"/>
                <a:cs typeface="Trebuchet MS"/>
              </a:rPr>
              <a:t> </a:t>
            </a:r>
            <a:r>
              <a:rPr b="1" dirty="0" sz="4000" lang="en-US" spc="15">
                <a:latin typeface="Trebuchet MS"/>
                <a:cs typeface="Trebuchet MS"/>
              </a:rPr>
              <a:t>A</a:t>
            </a:r>
            <a:r>
              <a:rPr b="1" dirty="0" sz="4000" lang="en-US" spc="15">
                <a:latin typeface="Trebuchet MS"/>
                <a:cs typeface="Trebuchet MS"/>
              </a:rPr>
              <a:t>u</a:t>
            </a:r>
            <a:r>
              <a:rPr b="1" dirty="0" sz="4000" lang="en-US" spc="15">
                <a:latin typeface="Trebuchet MS"/>
                <a:cs typeface="Trebuchet MS"/>
              </a:rPr>
              <a:t>t</a:t>
            </a:r>
            <a:r>
              <a:rPr b="1" dirty="0" sz="4000" lang="en-US" spc="15">
                <a:latin typeface="Trebuchet MS"/>
                <a:cs typeface="Trebuchet MS"/>
              </a:rPr>
              <a:t>o</a:t>
            </a:r>
            <a:r>
              <a:rPr b="1" dirty="0" sz="4000" lang="en-US" spc="15">
                <a:latin typeface="Trebuchet MS"/>
                <a:cs typeface="Trebuchet MS"/>
              </a:rPr>
              <a:t>c</a:t>
            </a:r>
            <a:r>
              <a:rPr b="1" dirty="0" sz="4000" lang="en-US" spc="15">
                <a:latin typeface="Trebuchet MS"/>
                <a:cs typeface="Trebuchet MS"/>
              </a:rPr>
              <a:t>o</a:t>
            </a:r>
            <a:r>
              <a:rPr b="1" dirty="0" sz="4000" lang="en-US" spc="15">
                <a:latin typeface="Trebuchet MS"/>
                <a:cs typeface="Trebuchet MS"/>
              </a:rPr>
              <a:t>m</a:t>
            </a:r>
            <a:r>
              <a:rPr b="1" dirty="0" sz="4000" lang="en-US" spc="15">
                <a:latin typeface="Trebuchet MS"/>
                <a:cs typeface="Trebuchet MS"/>
              </a:rPr>
              <a:t>p</a:t>
            </a:r>
            <a:r>
              <a:rPr b="1" dirty="0" sz="4000" lang="en-US" spc="15">
                <a:latin typeface="Trebuchet MS"/>
                <a:cs typeface="Trebuchet MS"/>
              </a:rPr>
              <a:t>l</a:t>
            </a:r>
            <a:r>
              <a:rPr b="1" dirty="0" sz="4000" lang="en-US" spc="15">
                <a:latin typeface="Trebuchet MS"/>
                <a:cs typeface="Trebuchet MS"/>
              </a:rPr>
              <a:t>e</a:t>
            </a:r>
            <a:r>
              <a:rPr b="1" dirty="0" sz="4000" lang="en-US" spc="15">
                <a:latin typeface="Trebuchet MS"/>
                <a:cs typeface="Trebuchet MS"/>
              </a:rPr>
              <a:t>t</a:t>
            </a:r>
            <a:r>
              <a:rPr b="1" dirty="0" sz="4000" lang="en-US" spc="15">
                <a:latin typeface="Trebuchet MS"/>
                <a:cs typeface="Trebuchet MS"/>
              </a:rPr>
              <a:t>e</a:t>
            </a:r>
            <a:endParaRPr dirty="0" sz="4000">
              <a:latin typeface="Trebuchet MS"/>
              <a:cs typeface="Trebuchet MS"/>
            </a:endParaRPr>
          </a:p>
        </p:txBody>
      </p:sp>
      <p:sp>
        <p:nvSpPr>
          <p:cNvPr id="1048666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3619500"/>
          </a:xfrm>
        </p:spPr>
        <p:txBody>
          <a:bodyPr/>
          <a:p>
            <a:r>
              <a:rPr dirty="0" lang="en-IN"/>
              <a:t>FEATURES AND FUNCTIONALITY</a:t>
            </a:r>
            <a:br>
              <a:rPr dirty="0" lang="en-US"/>
            </a:br>
            <a:br>
              <a:rPr dirty="0" lang="en-US"/>
            </a:br>
            <a:r>
              <a:rPr dirty="0" lang="en-US"/>
              <a:t>T</a:t>
            </a:r>
            <a:r>
              <a:rPr dirty="0" lang="en-US"/>
              <a:t>a</a:t>
            </a:r>
            <a:r>
              <a:rPr dirty="0" lang="en-US"/>
              <a:t>b</a:t>
            </a:r>
            <a:r>
              <a:rPr dirty="0" lang="en-US"/>
              <a:t>b</a:t>
            </a:r>
            <a:r>
              <a:rPr dirty="0" lang="en-US"/>
              <a:t>e</a:t>
            </a:r>
            <a:r>
              <a:rPr dirty="0" lang="en-US"/>
              <a:t>d</a:t>
            </a:r>
            <a:r>
              <a:rPr dirty="0" lang="en-US"/>
              <a:t> </a:t>
            </a:r>
            <a:r>
              <a:rPr dirty="0" lang="en-US"/>
              <a:t>b</a:t>
            </a:r>
            <a:r>
              <a:rPr dirty="0" lang="en-US"/>
              <a:t>r</a:t>
            </a:r>
            <a:r>
              <a:rPr dirty="0" lang="en-US"/>
              <a:t>o</a:t>
            </a:r>
            <a:r>
              <a:rPr dirty="0" lang="en-US"/>
              <a:t>w</a:t>
            </a:r>
            <a:r>
              <a:rPr dirty="0" lang="en-US"/>
              <a:t>sing</a:t>
            </a:r>
            <a:br>
              <a:rPr dirty="0" lang="en-US"/>
            </a:br>
            <a:r>
              <a:rPr dirty="0" lang="en-US"/>
              <a:t>URL</a:t>
            </a:r>
            <a:r>
              <a:rPr dirty="0" lang="en-US"/>
              <a:t> </a:t>
            </a:r>
            <a:r>
              <a:rPr dirty="0" lang="en-US"/>
              <a:t>n</a:t>
            </a:r>
            <a:r>
              <a:rPr dirty="0" lang="en-US"/>
              <a:t>a</a:t>
            </a:r>
            <a:r>
              <a:rPr dirty="0" lang="en-US"/>
              <a:t>v</a:t>
            </a:r>
            <a:r>
              <a:rPr dirty="0" lang="en-US"/>
              <a:t>igation</a:t>
            </a:r>
            <a:br>
              <a:rPr dirty="0" lang="en-US"/>
            </a:br>
            <a:r>
              <a:rPr dirty="0" lang="en-US"/>
              <a:t>B</a:t>
            </a:r>
            <a:r>
              <a:rPr dirty="0" lang="en-US"/>
              <a:t>o</a:t>
            </a:r>
            <a:r>
              <a:rPr dirty="0" lang="en-US"/>
              <a:t>o</a:t>
            </a:r>
            <a:r>
              <a:rPr dirty="0" lang="en-US"/>
              <a:t>k</a:t>
            </a:r>
            <a:r>
              <a:rPr dirty="0" lang="en-US"/>
              <a:t>m</a:t>
            </a:r>
            <a:r>
              <a:rPr dirty="0" lang="en-US"/>
              <a:t>a</a:t>
            </a:r>
            <a:r>
              <a:rPr dirty="0" lang="en-US"/>
              <a:t>rks</a:t>
            </a:r>
            <a:r>
              <a:rPr dirty="0" lang="en-US"/>
              <a:t> </a:t>
            </a:r>
            <a:r>
              <a:rPr dirty="0" lang="en-US"/>
              <a:t>and</a:t>
            </a:r>
            <a:r>
              <a:rPr dirty="0" lang="en-US"/>
              <a:t> </a:t>
            </a:r>
            <a:r>
              <a:rPr dirty="0" lang="en-US"/>
              <a:t>h</a:t>
            </a:r>
            <a:r>
              <a:rPr dirty="0" lang="en-US"/>
              <a:t>i</a:t>
            </a:r>
            <a:r>
              <a:rPr dirty="0" lang="en-US"/>
              <a:t>s</a:t>
            </a:r>
            <a:r>
              <a:rPr dirty="0" lang="en-US"/>
              <a:t>tory</a:t>
            </a:r>
            <a:endParaRPr altLang="en-US" 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object 2"/>
          <p:cNvSpPr txBox="1"/>
          <p:nvPr/>
        </p:nvSpPr>
        <p:spPr>
          <a:xfrm>
            <a:off x="752475" y="6486037"/>
            <a:ext cx="1773555" cy="166370"/>
          </a:xfrm>
          <a:prstGeom prst="rect"/>
        </p:spPr>
        <p:txBody>
          <a:bodyPr bIns="0" lIns="0" rIns="0" rtlCol="0" tIns="0" vert="horz" wrap="square">
            <a:spAutoFit/>
          </a:bodyPr>
          <a:p>
            <a:pPr>
              <a:lnSpc>
                <a:spcPts val="1275"/>
              </a:lnSpc>
            </a:pPr>
            <a:r>
              <a:rPr dirty="0" sz="1100" spc="2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dirty="0" sz="1100" spc="1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dirty="0" sz="110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dirty="0" sz="1100" spc="13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 spc="5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b="1" dirty="0" sz="1100" spc="1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b="1" dirty="0" sz="1100" spc="-14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b="1" dirty="0" sz="110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9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b="1" dirty="0" sz="1100" spc="-35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b="1" dirty="0" sz="1100" spc="35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b="1" dirty="0" sz="1100" spc="15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48669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70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71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6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/>
        </p:spPr>
      </p:pic>
      <p:sp>
        <p:nvSpPr>
          <p:cNvPr id="1048672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2505710"/>
          </a:xfrm>
          <a:prstGeom prst="rect"/>
        </p:spPr>
        <p:txBody>
          <a:bodyPr bIns="0" lIns="0" rIns="0" rtlCol="0" tIns="16510" vert="horz" wrap="square">
            <a:spAutoFit/>
          </a:bodyPr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250" lang="en-IN" spc="15"/>
              <a:t>RESULTS AND SCREENSHOT</a:t>
            </a:r>
            <a:br>
              <a:rPr dirty="0" sz="4250" lang="en-US" spc="15"/>
            </a:br>
            <a:br>
              <a:rPr dirty="0" sz="4250" lang="en-US" spc="15"/>
            </a:br>
            <a:r>
              <a:rPr dirty="0" sz="4250" lang="en-US" spc="15"/>
              <a:t>I</a:t>
            </a:r>
            <a:r>
              <a:rPr dirty="0" sz="4250" lang="en-US" spc="15"/>
              <a:t>n</a:t>
            </a:r>
            <a:r>
              <a:rPr dirty="0" sz="4250" lang="en-US" spc="15"/>
              <a:t>s</a:t>
            </a:r>
            <a:r>
              <a:rPr dirty="0" sz="4250" lang="en-US" spc="15"/>
              <a:t>e</a:t>
            </a:r>
            <a:r>
              <a:rPr dirty="0" sz="4250" lang="en-US" spc="15"/>
              <a:t>r</a:t>
            </a:r>
            <a:r>
              <a:rPr dirty="0" sz="4250" lang="en-US" spc="15"/>
              <a:t>t</a:t>
            </a:r>
            <a:r>
              <a:rPr dirty="0" sz="4250" lang="en-US" spc="15"/>
              <a:t> </a:t>
            </a:r>
            <a:r>
              <a:rPr dirty="0" sz="4250" lang="en-US" spc="15"/>
              <a:t>s</a:t>
            </a:r>
            <a:r>
              <a:rPr dirty="0" sz="4250" lang="en-US" spc="15"/>
              <a:t>c</a:t>
            </a:r>
            <a:r>
              <a:rPr dirty="0" sz="4250" lang="en-US" spc="15"/>
              <a:t>reenshot</a:t>
            </a:r>
            <a:r>
              <a:rPr dirty="0" sz="4250" lang="en-US" spc="15"/>
              <a:t> </a:t>
            </a:r>
            <a:r>
              <a:rPr dirty="0" sz="4250" lang="en-US" spc="15"/>
              <a:t>of</a:t>
            </a:r>
            <a:r>
              <a:rPr dirty="0" sz="4250" lang="en-US" spc="15"/>
              <a:t> </a:t>
            </a:r>
            <a:r>
              <a:rPr dirty="0" sz="4250" lang="en-US" spc="15"/>
              <a:t>the</a:t>
            </a:r>
            <a:r>
              <a:rPr dirty="0" sz="4250" lang="en-US" spc="15"/>
              <a:t> </a:t>
            </a:r>
            <a:r>
              <a:rPr dirty="0" sz="4250" lang="en-US" spc="15"/>
              <a:t>b</a:t>
            </a:r>
            <a:r>
              <a:rPr dirty="0" sz="4250" lang="en-US" spc="15"/>
              <a:t>r</a:t>
            </a:r>
            <a:r>
              <a:rPr dirty="0" sz="4250" lang="en-US" spc="15"/>
              <a:t>o</a:t>
            </a:r>
            <a:r>
              <a:rPr dirty="0" sz="4250" lang="en-US" spc="15"/>
              <a:t>w</a:t>
            </a:r>
            <a:r>
              <a:rPr dirty="0" sz="4250" lang="en-US" spc="15"/>
              <a:t>s</a:t>
            </a:r>
            <a:r>
              <a:rPr dirty="0" sz="4250" lang="en-US" spc="15"/>
              <a:t>e</a:t>
            </a:r>
            <a:r>
              <a:rPr dirty="0" sz="4250" lang="en-US" spc="15"/>
              <a:t>r</a:t>
            </a:r>
            <a:r>
              <a:rPr dirty="0" sz="4250" lang="en-US" spc="15"/>
              <a:t>s</a:t>
            </a:r>
            <a:r>
              <a:rPr dirty="0" sz="4250" lang="en-US" spc="15"/>
              <a:t> </a:t>
            </a:r>
            <a:r>
              <a:rPr dirty="0" sz="4250" lang="en-US" spc="15"/>
              <a:t>i</a:t>
            </a:r>
            <a:r>
              <a:rPr dirty="0" sz="4250" lang="en-US" spc="15"/>
              <a:t>n</a:t>
            </a:r>
            <a:r>
              <a:rPr dirty="0" sz="4250" lang="en-US" spc="15"/>
              <a:t>t</a:t>
            </a:r>
            <a:r>
              <a:rPr dirty="0" sz="4250" lang="en-US" spc="15"/>
              <a:t>e</a:t>
            </a:r>
            <a:r>
              <a:rPr dirty="0" sz="4250" lang="en-US" spc="15"/>
              <a:t>r</a:t>
            </a:r>
            <a:r>
              <a:rPr dirty="0" sz="4250" lang="en-US" spc="15"/>
              <a:t>f</a:t>
            </a:r>
            <a:r>
              <a:rPr dirty="0" sz="4250" lang="en-US" spc="15"/>
              <a:t>a</a:t>
            </a:r>
            <a:r>
              <a:rPr dirty="0" sz="4250" lang="en-US" spc="15"/>
              <a:t>ce</a:t>
            </a:r>
            <a:endParaRPr dirty="0" sz="4250"/>
          </a:p>
        </p:txBody>
      </p:sp>
      <p:sp>
        <p:nvSpPr>
          <p:cNvPr id="1048673" name="object 8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74" name="TextBox 8"/>
          <p:cNvSpPr txBox="1"/>
          <p:nvPr/>
        </p:nvSpPr>
        <p:spPr>
          <a:xfrm>
            <a:off x="2743200" y="2354703"/>
            <a:ext cx="8534018" cy="954107"/>
          </a:xfrm>
          <a:prstGeom prst="rect"/>
          <a:noFill/>
        </p:spPr>
        <p:txBody>
          <a:bodyPr rtlCol="0" wrap="square">
            <a:spAutoFit/>
          </a:bodyPr>
          <a:p>
            <a:pPr algn="l">
              <a:buFont typeface="Arial" panose="020B0604020202020204" pitchFamily="34" charset="0"/>
              <a:buChar char="•"/>
            </a:pPr>
            <a:endParaRPr b="0" dirty="0" sz="2800" i="0" lang="en-US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ah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bIns="0" lIns="0" rIns="0" rtlCol="0" tIns="0" wrap="square"/>
          <a:p/>
        </p:txBody>
      </p:sp>
      <p:sp>
        <p:nvSpPr>
          <p:cNvPr id="1048676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ah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bIns="0" lIns="0" rIns="0" rtlCol="0" tIns="0" wrap="square"/>
          <a:p/>
        </p:txBody>
      </p:sp>
      <p:sp>
        <p:nvSpPr>
          <p:cNvPr id="1048677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ah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bIns="0" lIns="0" rIns="0" rtlCol="0" tIns="0" wrap="square"/>
          <a:p/>
        </p:txBody>
      </p:sp>
      <p:pic>
        <p:nvPicPr>
          <p:cNvPr id="2097167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/>
        </p:spPr>
      </p:pic>
      <p:sp>
        <p:nvSpPr>
          <p:cNvPr id="1048678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10475978" cy="3632836"/>
          </a:xfrm>
          <a:prstGeom prst="rect"/>
        </p:spPr>
        <p:txBody>
          <a:bodyPr bIns="0" lIns="0" rIns="0" rtlCol="0" tIns="13335" vert="horz" wrap="square">
            <a:spAutoFit/>
          </a:bodyPr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lang="en-IN"/>
              <a:t>CONCLUSION</a:t>
            </a:r>
            <a:br>
              <a:rPr dirty="0" lang="en-US"/>
            </a:br>
            <a:br>
              <a:rPr dirty="0" lang="en-US"/>
            </a:br>
            <a:r>
              <a:rPr dirty="0" lang="en-US"/>
              <a:t>O</a:t>
            </a:r>
            <a:r>
              <a:rPr dirty="0" lang="en-US"/>
              <a:t>u</a:t>
            </a:r>
            <a:r>
              <a:rPr dirty="0" lang="en-US"/>
              <a:t>r</a:t>
            </a:r>
            <a:r>
              <a:rPr dirty="0" lang="en-US"/>
              <a:t> </a:t>
            </a:r>
            <a:r>
              <a:rPr dirty="0" lang="en-US"/>
              <a:t>w</a:t>
            </a:r>
            <a:r>
              <a:rPr dirty="0" lang="en-US"/>
              <a:t>e</a:t>
            </a:r>
            <a:r>
              <a:rPr dirty="0" lang="en-US"/>
              <a:t>b</a:t>
            </a:r>
            <a:r>
              <a:rPr dirty="0" lang="en-US"/>
              <a:t> </a:t>
            </a:r>
            <a:r>
              <a:rPr dirty="0" lang="en-US"/>
              <a:t>browser</a:t>
            </a:r>
            <a:r>
              <a:rPr dirty="0" lang="en-US"/>
              <a:t> </a:t>
            </a:r>
            <a:r>
              <a:rPr dirty="0" lang="en-US"/>
              <a:t>p</a:t>
            </a:r>
            <a:r>
              <a:rPr dirty="0" lang="en-US"/>
              <a:t>r</a:t>
            </a:r>
            <a:r>
              <a:rPr dirty="0" lang="en-US"/>
              <a:t>o</a:t>
            </a:r>
            <a:r>
              <a:rPr dirty="0" lang="en-US"/>
              <a:t>v</a:t>
            </a:r>
            <a:r>
              <a:rPr dirty="0" lang="en-US"/>
              <a:t>ides</a:t>
            </a:r>
            <a:r>
              <a:rPr dirty="0" lang="en-US"/>
              <a:t> </a:t>
            </a:r>
            <a:r>
              <a:rPr dirty="0" lang="en-US"/>
              <a:t>a</a:t>
            </a:r>
            <a:r>
              <a:rPr dirty="0" lang="en-US"/>
              <a:t> </a:t>
            </a:r>
            <a:r>
              <a:rPr dirty="0" lang="en-US"/>
              <a:t>s</a:t>
            </a:r>
            <a:r>
              <a:rPr dirty="0" lang="en-US"/>
              <a:t>i</a:t>
            </a:r>
            <a:r>
              <a:rPr dirty="0" lang="en-US"/>
              <a:t>m</a:t>
            </a:r>
            <a:r>
              <a:rPr dirty="0" lang="en-US"/>
              <a:t>p</a:t>
            </a:r>
            <a:r>
              <a:rPr dirty="0" lang="en-US"/>
              <a:t>le</a:t>
            </a:r>
            <a:r>
              <a:rPr dirty="0" lang="en-US"/>
              <a:t>,</a:t>
            </a:r>
            <a:r>
              <a:rPr dirty="0" lang="en-US"/>
              <a:t> </a:t>
            </a:r>
            <a:r>
              <a:rPr dirty="0" lang="en-US"/>
              <a:t>e</a:t>
            </a:r>
            <a:r>
              <a:rPr dirty="0" lang="en-US"/>
              <a:t>f</a:t>
            </a:r>
            <a:r>
              <a:rPr dirty="0" lang="en-US"/>
              <a:t>f</a:t>
            </a:r>
            <a:r>
              <a:rPr dirty="0" lang="en-US"/>
              <a:t>i</a:t>
            </a:r>
            <a:r>
              <a:rPr dirty="0" lang="en-US"/>
              <a:t>c</a:t>
            </a:r>
            <a:r>
              <a:rPr dirty="0" lang="en-US"/>
              <a:t>ient</a:t>
            </a:r>
            <a:r>
              <a:rPr dirty="0" lang="en-US"/>
              <a:t> </a:t>
            </a:r>
            <a:r>
              <a:rPr dirty="0" lang="en-US"/>
              <a:t>b</a:t>
            </a:r>
            <a:r>
              <a:rPr dirty="0" lang="en-US"/>
              <a:t>r</a:t>
            </a:r>
            <a:r>
              <a:rPr dirty="0" lang="en-US"/>
              <a:t>ows</a:t>
            </a:r>
            <a:r>
              <a:rPr dirty="0" lang="en-US"/>
              <a:t>ing</a:t>
            </a:r>
            <a:r>
              <a:rPr dirty="0" lang="en-US"/>
              <a:t> </a:t>
            </a:r>
            <a:r>
              <a:rPr dirty="0" lang="en-US"/>
              <a:t>e</a:t>
            </a:r>
            <a:r>
              <a:rPr dirty="0" lang="en-US"/>
              <a:t>x</a:t>
            </a:r>
            <a:r>
              <a:rPr dirty="0" lang="en-US"/>
              <a:t>p</a:t>
            </a:r>
            <a:r>
              <a:rPr dirty="0" lang="en-US"/>
              <a:t>eriences</a:t>
            </a:r>
            <a:r>
              <a:rPr dirty="0" lang="en-US"/>
              <a:t> </a:t>
            </a:r>
            <a:r>
              <a:rPr dirty="0" lang="en-US"/>
              <a:t>with</a:t>
            </a:r>
            <a:r>
              <a:rPr dirty="0" lang="en-US"/>
              <a:t> </a:t>
            </a:r>
            <a:r>
              <a:rPr dirty="0" lang="en-US"/>
              <a:t>e</a:t>
            </a:r>
            <a:r>
              <a:rPr dirty="0" lang="en-US"/>
              <a:t>s</a:t>
            </a:r>
            <a:r>
              <a:rPr dirty="0" lang="en-US"/>
              <a:t>s</a:t>
            </a:r>
            <a:r>
              <a:rPr dirty="0" lang="en-US"/>
              <a:t>ential</a:t>
            </a:r>
            <a:r>
              <a:rPr dirty="0" lang="en-US"/>
              <a:t> </a:t>
            </a:r>
            <a:r>
              <a:rPr dirty="0" lang="en-US"/>
              <a:t>f</a:t>
            </a:r>
            <a:r>
              <a:rPr dirty="0" lang="en-US"/>
              <a:t>e</a:t>
            </a:r>
            <a:r>
              <a:rPr dirty="0" lang="en-US"/>
              <a:t>a</a:t>
            </a:r>
            <a:r>
              <a:rPr dirty="0" lang="en-US"/>
              <a:t>tures</a:t>
            </a:r>
            <a:endParaRPr dirty="0"/>
          </a:p>
        </p:txBody>
      </p:sp>
      <p:sp>
        <p:nvSpPr>
          <p:cNvPr id="1048679" name="object 9"/>
          <p:cNvSpPr txBox="1"/>
          <p:nvPr/>
        </p:nvSpPr>
        <p:spPr>
          <a:xfrm>
            <a:off x="11277218" y="6473337"/>
            <a:ext cx="228600" cy="191770"/>
          </a:xfrm>
          <a:prstGeom prst="rect"/>
        </p:spPr>
        <p:txBody>
          <a:bodyPr bIns="0" lIns="0" rIns="0" rtlCol="0" tIns="6985" vert="horz" wrap="square">
            <a:spAutoFit/>
          </a:bodyPr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1100" spc="1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Face Mask Detection using Convolutional Neural Network (CNN)  </dc:title>
  <dc:creator>Konduru Narasimha</dc:creator>
  <cp:lastModifiedBy>Nanthini Mohan</cp:lastModifiedBy>
  <dcterms:created xsi:type="dcterms:W3CDTF">2024-03-29T04:07:22Z</dcterms:created>
  <dcterms:modified xsi:type="dcterms:W3CDTF">2025-09-09T09:22:50Z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  <property fmtid="{D5CDD505-2E9C-101B-9397-08002B2CF9AE}" pid="4" name="ICV">
    <vt:lpwstr>84d9c84cc9f14570b4718f0cf106b5de</vt:lpwstr>
  </property>
</Properties>
</file>